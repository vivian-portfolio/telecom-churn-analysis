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3B5EE-50E7-D04D-B46C-0C4466ED2E34}" type="datetimeFigureOut">
              <a:rPr lang=""/>
              <a:t>08/04/2026</a:t>
            </a:fld>
            <a:endParaRPr lang="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0FC39-5823-314E-99C7-40A1D0095B73}" type="slidenum">
              <a:rPr lang="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464828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7335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733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CASE STUDY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Customer Churn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401568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customers leave and what the business can do about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315968"/>
            <a:ext cx="128016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445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Vivian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8646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Internship  —  Week 5 Business Analytics Case Study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Customers Leaving?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is losing roughly 1 in 4 customers to churn each cycle - a direct hit to recurring revenue that costs far more to replace than to retain.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b="1" dirty="0">
              <a:solidFill>
                <a:srgbClr val="00B0F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737360" y="246888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are customers leaving the company?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493008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93008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>
              <a:solidFill>
                <a:srgbClr val="00B0F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737360" y="3493008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respond worst and which stay loyal?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4517136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517136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>
              <a:solidFill>
                <a:srgbClr val="00B0F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37360" y="4517136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Which contract, service, and billing factors drive churn most?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5541264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541264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>
              <a:solidFill>
                <a:srgbClr val="00B0F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37360" y="5541264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the business change to reduce churn and protect revenue?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Covers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uses the Telco Customer Churn dataset account-level records covering demographics, subscribed services, billing, and churn outcome for each customer.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 records, each representing one account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types: Month-to-month, One year, Two year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Internet type, phone, streaming, tech support, and more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details: Monthly Charges, Total Charges, Payment Method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Gender, Senior Citizen status, tenure in months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field: Churn (Yes/No)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06640" y="1508760"/>
            <a:ext cx="4206240" cy="4434840"/>
          </a:xfrm>
          <a:prstGeom prst="roundRect">
            <a:avLst>
              <a:gd name="adj" fmla="val 2174"/>
            </a:avLst>
          </a:prstGeom>
          <a:solidFill>
            <a:srgbClr val="0B1F3A"/>
          </a:solidFill>
          <a:ln/>
          <a:effectLst>
            <a:outerShdw blurRad="127000" dist="38100" dir="5400000" algn="bl" rotWithShape="0">
              <a:srgbClr val="1B263B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2240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80960" y="2660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96265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09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368503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80960" y="41056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0" y="440740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mo.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8096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0" y="5129784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$64.76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0960" y="5550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CHARGES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BI Dashboard</a:t>
            </a:r>
            <a:endParaRPr lang="en-US" sz="2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8C117D-20E2-42B6-8285-F4E4D9E85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773236"/>
            <a:ext cx="11049000" cy="57532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Churn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82296" cy="10058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is the #1 driver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214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40%+, vs ~10% for one-year and under 5% for two-year contracts.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5544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737360"/>
            <a:ext cx="82296" cy="10058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front-loaded by tenure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1214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churn at 50-60% in their first months; the rate falls steadily as tenure grows.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337560"/>
            <a:ext cx="82296" cy="10058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91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churn most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37216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churns ~40%, far above DSL (~19%) and no-internet customers (~7%).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31546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337560"/>
            <a:ext cx="82296" cy="10058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291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pay more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92240" y="37216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average $74.44/month vs $61.27 for retained customers a $13 gap.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937760"/>
            <a:ext cx="82296" cy="10058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892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are higher risk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0120" y="53218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Seniors churn at ~40%, roughly double the rate of non-senior customers (~20%).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47548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4937760"/>
            <a:ext cx="82296" cy="10058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892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payers churn most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92240" y="53218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has the highest churn rate of all payment methods.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Focus Retention Efforts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longer contracts: offer discounts or perks for switching from month-to-month to annual plans.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 early-tenure retention program: proactive onboarding and milestone offers in a customer's first 10 months.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fiber optic pricing and service quality to address its outsized churn rate.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automatic payment methods over electronic check through small incentives.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senior citizen support track with simplified plans and dedicated service.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733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Concentrated, Not Random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F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at this company is driven by a small set of identifiable factors - flexible contracts, early tenure, fiber optic service, higher monthly charges, senior citizen status, and manual payment methods. Targeting retention efforts at these specific segments is far more cost-effective than broad, company-wide campaigns, and gives the business a clear, evidence-based path to reducing its 26.5% churn rate.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542</Words>
  <Application>Microsoft Office PowerPoint</Application>
  <PresentationFormat>Widescreen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4</cp:revision>
  <dcterms:created xsi:type="dcterms:W3CDTF">2026-08-04T20:30:21Z</dcterms:created>
  <dcterms:modified xsi:type="dcterms:W3CDTF">2026-08-04T20:52:31Z</dcterms:modified>
</cp:coreProperties>
</file>